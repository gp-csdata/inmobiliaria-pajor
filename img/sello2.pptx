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24885"/>
            <a:ext cx="8099822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647331"/>
            <a:ext cx="8099822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44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61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256579"/>
            <a:ext cx="9314796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373044"/>
            <a:ext cx="9314796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21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341750"/>
            <a:ext cx="4589899" cy="319803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341750"/>
            <a:ext cx="4589899" cy="319803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848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68350"/>
            <a:ext cx="9314796" cy="97422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235577"/>
            <a:ext cx="45688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841114"/>
            <a:ext cx="4568806" cy="27080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235577"/>
            <a:ext cx="45913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841114"/>
            <a:ext cx="4591306" cy="27080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65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56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68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25712"/>
            <a:ext cx="5467380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164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25712"/>
            <a:ext cx="5467380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649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972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68350"/>
            <a:ext cx="2328699" cy="427143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68350"/>
            <a:ext cx="6851100" cy="427143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5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68350"/>
            <a:ext cx="9314796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341750"/>
            <a:ext cx="9314796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677F3-1F9B-46FD-BBE5-D06ED2754F5B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671624"/>
            <a:ext cx="364492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69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ángulo 74">
            <a:extLst>
              <a:ext uri="{FF2B5EF4-FFF2-40B4-BE49-F238E27FC236}">
                <a16:creationId xmlns:a16="http://schemas.microsoft.com/office/drawing/2014/main" id="{9C3647BC-9117-0961-3BD9-AC9FF54FAB0A}"/>
              </a:ext>
            </a:extLst>
          </p:cNvPr>
          <p:cNvSpPr/>
          <p:nvPr/>
        </p:nvSpPr>
        <p:spPr>
          <a:xfrm>
            <a:off x="1176337" y="436964"/>
            <a:ext cx="1223961" cy="19954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36DB07-FBAB-3F80-7607-CF3563FACB7F}"/>
              </a:ext>
            </a:extLst>
          </p:cNvPr>
          <p:cNvSpPr/>
          <p:nvPr/>
        </p:nvSpPr>
        <p:spPr>
          <a:xfrm>
            <a:off x="3620023" y="484435"/>
            <a:ext cx="6516000" cy="2554545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0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Segoe UI Black" panose="020B0A02040204020203" pitchFamily="34" charset="0"/>
              </a:rPr>
              <a:t>PAJOR</a:t>
            </a:r>
            <a:endParaRPr lang="es-ES" sz="16000" b="0" cap="none" spc="0" dirty="0">
              <a:ln w="0">
                <a:noFill/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ea typeface="Segoe UI Black" panose="020B0A02040204020203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7A3F428-E04B-286B-0F48-6670A71B8E0E}"/>
              </a:ext>
            </a:extLst>
          </p:cNvPr>
          <p:cNvCxnSpPr>
            <a:cxnSpLocks/>
          </p:cNvCxnSpPr>
          <p:nvPr/>
        </p:nvCxnSpPr>
        <p:spPr>
          <a:xfrm>
            <a:off x="3474858" y="2939721"/>
            <a:ext cx="6516000" cy="0"/>
          </a:xfrm>
          <a:prstGeom prst="line">
            <a:avLst/>
          </a:prstGeom>
          <a:ln w="889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73B714DD-B6A7-1E38-F373-9EEB91862D04}"/>
              </a:ext>
            </a:extLst>
          </p:cNvPr>
          <p:cNvSpPr/>
          <p:nvPr/>
        </p:nvSpPr>
        <p:spPr>
          <a:xfrm>
            <a:off x="899290" y="2939721"/>
            <a:ext cx="900118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Condensed" panose="020B0502040204020203" pitchFamily="34" charset="0"/>
                <a:ea typeface="Segoe UI Black" panose="020B0A02040204020203" pitchFamily="34" charset="0"/>
              </a:rPr>
              <a:t>CONSULTORA INMOBILIARIA</a:t>
            </a:r>
            <a:endParaRPr lang="es-ES" sz="80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Condensed" panose="020B0502040204020203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356B98D-B37F-4ADB-F35A-BD6F12D7F437}"/>
              </a:ext>
            </a:extLst>
          </p:cNvPr>
          <p:cNvSpPr/>
          <p:nvPr/>
        </p:nvSpPr>
        <p:spPr>
          <a:xfrm>
            <a:off x="491269" y="204934"/>
            <a:ext cx="2556000" cy="25560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6C7701BF-7D46-1B48-F408-035314235CE8}"/>
              </a:ext>
            </a:extLst>
          </p:cNvPr>
          <p:cNvGrpSpPr/>
          <p:nvPr/>
        </p:nvGrpSpPr>
        <p:grpSpPr>
          <a:xfrm>
            <a:off x="784860" y="626269"/>
            <a:ext cx="1920240" cy="1492091"/>
            <a:chOff x="784860" y="626269"/>
            <a:chExt cx="1920240" cy="1492091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00BBBE89-8843-CBAE-32E0-7ECBE86932BB}"/>
                </a:ext>
              </a:extLst>
            </p:cNvPr>
            <p:cNvCxnSpPr/>
            <p:nvPr/>
          </p:nvCxnSpPr>
          <p:spPr>
            <a:xfrm>
              <a:off x="784860" y="2118360"/>
              <a:ext cx="19812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2198D6A4-296E-3322-D68D-E016446B3749}"/>
                </a:ext>
              </a:extLst>
            </p:cNvPr>
            <p:cNvCxnSpPr/>
            <p:nvPr/>
          </p:nvCxnSpPr>
          <p:spPr>
            <a:xfrm flipV="1">
              <a:off x="982980" y="1616283"/>
              <a:ext cx="0" cy="50207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01FE73B-5B61-7196-9F49-C62070ED8358}"/>
                </a:ext>
              </a:extLst>
            </p:cNvPr>
            <p:cNvCxnSpPr/>
            <p:nvPr/>
          </p:nvCxnSpPr>
          <p:spPr>
            <a:xfrm>
              <a:off x="982980" y="1616283"/>
              <a:ext cx="16240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F1EF769-D209-64C4-CEC4-A1D4B419A949}"/>
                </a:ext>
              </a:extLst>
            </p:cNvPr>
            <p:cNvCxnSpPr/>
            <p:nvPr/>
          </p:nvCxnSpPr>
          <p:spPr>
            <a:xfrm>
              <a:off x="1143000" y="1616283"/>
              <a:ext cx="0" cy="11012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18EB1575-B316-FBF3-97CD-3C4A348A60B3}"/>
                </a:ext>
              </a:extLst>
            </p:cNvPr>
            <p:cNvCxnSpPr/>
            <p:nvPr/>
          </p:nvCxnSpPr>
          <p:spPr>
            <a:xfrm>
              <a:off x="1145381" y="1726406"/>
              <a:ext cx="14525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0E63B75-9B86-3641-54FD-D038618793AF}"/>
                </a:ext>
              </a:extLst>
            </p:cNvPr>
            <p:cNvCxnSpPr/>
            <p:nvPr/>
          </p:nvCxnSpPr>
          <p:spPr>
            <a:xfrm>
              <a:off x="1288256" y="1726406"/>
              <a:ext cx="0" cy="19526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4E9F1130-F7DE-643B-F41D-FC5C08EA8B93}"/>
                </a:ext>
              </a:extLst>
            </p:cNvPr>
            <p:cNvCxnSpPr/>
            <p:nvPr/>
          </p:nvCxnSpPr>
          <p:spPr>
            <a:xfrm flipH="1">
              <a:off x="1218009" y="1921669"/>
              <a:ext cx="7262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89A87696-1176-CDBC-8082-A0889A8E1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8009" y="1126331"/>
              <a:ext cx="0" cy="79533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34B33246-F7B1-575A-9B17-FD8E9023D104}"/>
                </a:ext>
              </a:extLst>
            </p:cNvPr>
            <p:cNvCxnSpPr/>
            <p:nvPr/>
          </p:nvCxnSpPr>
          <p:spPr>
            <a:xfrm>
              <a:off x="1218009" y="1128713"/>
              <a:ext cx="24407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1397CB95-7F7D-C65A-DB94-091AF5157D1A}"/>
                </a:ext>
              </a:extLst>
            </p:cNvPr>
            <p:cNvCxnSpPr/>
            <p:nvPr/>
          </p:nvCxnSpPr>
          <p:spPr>
            <a:xfrm>
              <a:off x="1459706" y="1126331"/>
              <a:ext cx="0" cy="48995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73BFB937-A643-83B7-D547-39F3CFBDBE1D}"/>
                </a:ext>
              </a:extLst>
            </p:cNvPr>
            <p:cNvCxnSpPr/>
            <p:nvPr/>
          </p:nvCxnSpPr>
          <p:spPr>
            <a:xfrm flipH="1">
              <a:off x="1369219" y="1616283"/>
              <a:ext cx="9286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5A2AF611-EEA2-170B-64FF-833337524850}"/>
                </a:ext>
              </a:extLst>
            </p:cNvPr>
            <p:cNvCxnSpPr/>
            <p:nvPr/>
          </p:nvCxnSpPr>
          <p:spPr>
            <a:xfrm flipV="1">
              <a:off x="1373981" y="892969"/>
              <a:ext cx="0" cy="72331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BE592591-AB5B-CCFA-1678-671AABFCE149}"/>
                </a:ext>
              </a:extLst>
            </p:cNvPr>
            <p:cNvCxnSpPr/>
            <p:nvPr/>
          </p:nvCxnSpPr>
          <p:spPr>
            <a:xfrm>
              <a:off x="1864519" y="626269"/>
              <a:ext cx="0" cy="104507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95AA2396-840C-38BF-FCB1-0A1C25B10F2E}"/>
                </a:ext>
              </a:extLst>
            </p:cNvPr>
            <p:cNvCxnSpPr>
              <a:cxnSpLocks/>
            </p:cNvCxnSpPr>
            <p:nvPr/>
          </p:nvCxnSpPr>
          <p:spPr>
            <a:xfrm>
              <a:off x="1769269" y="1045369"/>
              <a:ext cx="0" cy="62597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F8D6026-230B-77E9-A498-1CC528C4ACF0}"/>
                </a:ext>
              </a:extLst>
            </p:cNvPr>
            <p:cNvCxnSpPr>
              <a:cxnSpLocks/>
            </p:cNvCxnSpPr>
            <p:nvPr/>
          </p:nvCxnSpPr>
          <p:spPr>
            <a:xfrm>
              <a:off x="1769269" y="1671344"/>
              <a:ext cx="9525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F69CFA4-F6E3-C2E8-8A3D-1CD5AEEE72D7}"/>
                </a:ext>
              </a:extLst>
            </p:cNvPr>
            <p:cNvCxnSpPr/>
            <p:nvPr/>
          </p:nvCxnSpPr>
          <p:spPr>
            <a:xfrm flipH="1">
              <a:off x="1369219" y="626269"/>
              <a:ext cx="495300" cy="2667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879420B1-EEB1-03B6-13EC-3DEDEB602105}"/>
                </a:ext>
              </a:extLst>
            </p:cNvPr>
            <p:cNvCxnSpPr/>
            <p:nvPr/>
          </p:nvCxnSpPr>
          <p:spPr>
            <a:xfrm flipV="1">
              <a:off x="2309813" y="1045369"/>
              <a:ext cx="0" cy="7786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38F255F-7568-63F8-6965-24B2EB71F422}"/>
                </a:ext>
              </a:extLst>
            </p:cNvPr>
            <p:cNvCxnSpPr/>
            <p:nvPr/>
          </p:nvCxnSpPr>
          <p:spPr>
            <a:xfrm flipH="1">
              <a:off x="2209800" y="1824037"/>
              <a:ext cx="9763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2E7237F0-336F-AC7B-46AE-B2486637D3C7}"/>
                </a:ext>
              </a:extLst>
            </p:cNvPr>
            <p:cNvCxnSpPr/>
            <p:nvPr/>
          </p:nvCxnSpPr>
          <p:spPr>
            <a:xfrm flipV="1">
              <a:off x="2212181" y="1688306"/>
              <a:ext cx="0" cy="13573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C24DACF0-C8E0-8778-EFF4-3A7DC2C5B75C}"/>
                </a:ext>
              </a:extLst>
            </p:cNvPr>
            <p:cNvCxnSpPr/>
            <p:nvPr/>
          </p:nvCxnSpPr>
          <p:spPr>
            <a:xfrm flipH="1">
              <a:off x="2159794" y="1695450"/>
              <a:ext cx="5000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AEA0BB6A-F456-1A21-F68E-777063CE9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4556" y="1616283"/>
              <a:ext cx="0" cy="7916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5BD9239F-73DF-06FA-99D1-5783DD9380E0}"/>
                </a:ext>
              </a:extLst>
            </p:cNvPr>
            <p:cNvCxnSpPr/>
            <p:nvPr/>
          </p:nvCxnSpPr>
          <p:spPr>
            <a:xfrm>
              <a:off x="2159794" y="1616283"/>
              <a:ext cx="3500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9ABEC817-C518-066D-DBE6-F368799C1F26}"/>
                </a:ext>
              </a:extLst>
            </p:cNvPr>
            <p:cNvCxnSpPr/>
            <p:nvPr/>
          </p:nvCxnSpPr>
          <p:spPr>
            <a:xfrm>
              <a:off x="2507456" y="1616282"/>
              <a:ext cx="0" cy="7202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DDF78EB8-E31A-2D32-8B8E-38DAD260FF36}"/>
                </a:ext>
              </a:extLst>
            </p:cNvPr>
            <p:cNvCxnSpPr/>
            <p:nvPr/>
          </p:nvCxnSpPr>
          <p:spPr>
            <a:xfrm flipH="1">
              <a:off x="2455069" y="1688306"/>
              <a:ext cx="5476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233EDFAA-0C27-925E-FBB4-7BA634B4361E}"/>
                </a:ext>
              </a:extLst>
            </p:cNvPr>
            <p:cNvCxnSpPr/>
            <p:nvPr/>
          </p:nvCxnSpPr>
          <p:spPr>
            <a:xfrm flipH="1" flipV="1">
              <a:off x="2016919" y="892969"/>
              <a:ext cx="290512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5388A8F3-687E-9391-D0AF-23A61903FEE0}"/>
                </a:ext>
              </a:extLst>
            </p:cNvPr>
            <p:cNvCxnSpPr/>
            <p:nvPr/>
          </p:nvCxnSpPr>
          <p:spPr>
            <a:xfrm flipV="1">
              <a:off x="1769269" y="892969"/>
              <a:ext cx="24765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31B91E28-E097-0996-DF8D-BDCDD2B26FEF}"/>
                </a:ext>
              </a:extLst>
            </p:cNvPr>
            <p:cNvCxnSpPr/>
            <p:nvPr/>
          </p:nvCxnSpPr>
          <p:spPr>
            <a:xfrm>
              <a:off x="2455069" y="1688305"/>
              <a:ext cx="0" cy="4300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0CF9D56D-1BB2-BE63-2D2E-E11B11EA0FAB}"/>
                </a:ext>
              </a:extLst>
            </p:cNvPr>
            <p:cNvCxnSpPr/>
            <p:nvPr/>
          </p:nvCxnSpPr>
          <p:spPr>
            <a:xfrm>
              <a:off x="2455069" y="2118360"/>
              <a:ext cx="25003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2191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</TotalTime>
  <Words>3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Bahnschrift Condensed</vt:lpstr>
      <vt:lpstr>Baskerville Old Face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2026-07-08T23:35:07Z</dcterms:created>
  <dcterms:modified xsi:type="dcterms:W3CDTF">2026-07-10T20:42:19Z</dcterms:modified>
</cp:coreProperties>
</file>