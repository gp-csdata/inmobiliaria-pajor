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799763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24885"/>
            <a:ext cx="8099822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647331"/>
            <a:ext cx="8099822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044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861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256579"/>
            <a:ext cx="9314796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373044"/>
            <a:ext cx="9314796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21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341750"/>
            <a:ext cx="4589899" cy="319803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341750"/>
            <a:ext cx="4589899" cy="319803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8480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68350"/>
            <a:ext cx="9314796" cy="97422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235577"/>
            <a:ext cx="456880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841114"/>
            <a:ext cx="4568806" cy="270800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235577"/>
            <a:ext cx="459130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841114"/>
            <a:ext cx="4591306" cy="270800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865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956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8688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36021"/>
            <a:ext cx="3483204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25712"/>
            <a:ext cx="5467380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512094"/>
            <a:ext cx="3483204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164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36021"/>
            <a:ext cx="3483204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25712"/>
            <a:ext cx="5467380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512094"/>
            <a:ext cx="3483204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6499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9722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68350"/>
            <a:ext cx="2328699" cy="427143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68350"/>
            <a:ext cx="6851100" cy="427143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77F3-1F9B-46FD-BBE5-D06ED2754F5B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451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68350"/>
            <a:ext cx="9314796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341750"/>
            <a:ext cx="9314796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4671624"/>
            <a:ext cx="242994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677F3-1F9B-46FD-BBE5-D06ED2754F5B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4671624"/>
            <a:ext cx="364492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4671624"/>
            <a:ext cx="242994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510D1-9815-4E1C-BFBD-58277D4351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669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B199BF0-1997-8CF5-A052-A4B48BA09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2" t="2236" r="16290" b="25694"/>
          <a:stretch>
            <a:fillRect/>
          </a:stretch>
        </p:blipFill>
        <p:spPr>
          <a:xfrm>
            <a:off x="526094" y="264629"/>
            <a:ext cx="3093929" cy="310463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D36DB07-FBAB-3F80-7607-CF3563FACB7F}"/>
              </a:ext>
            </a:extLst>
          </p:cNvPr>
          <p:cNvSpPr/>
          <p:nvPr/>
        </p:nvSpPr>
        <p:spPr>
          <a:xfrm>
            <a:off x="3620023" y="484435"/>
            <a:ext cx="7179740" cy="2554545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0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ea typeface="Segoe UI Black" panose="020B0A02040204020203" pitchFamily="34" charset="0"/>
              </a:rPr>
              <a:t>PAJOR</a:t>
            </a:r>
            <a:endParaRPr lang="es-ES" sz="16000" b="0" cap="none" spc="0" dirty="0">
              <a:ln w="0">
                <a:noFill/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skerville Old Face" panose="02020602080505020303" pitchFamily="18" charset="0"/>
              <a:ea typeface="Segoe UI Black" panose="020B0A02040204020203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7A3F428-E04B-286B-0F48-6670A71B8E0E}"/>
              </a:ext>
            </a:extLst>
          </p:cNvPr>
          <p:cNvCxnSpPr>
            <a:cxnSpLocks/>
          </p:cNvCxnSpPr>
          <p:nvPr/>
        </p:nvCxnSpPr>
        <p:spPr>
          <a:xfrm>
            <a:off x="3890495" y="3105976"/>
            <a:ext cx="6516000" cy="0"/>
          </a:xfrm>
          <a:prstGeom prst="line">
            <a:avLst/>
          </a:prstGeom>
          <a:ln w="889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73B714DD-B6A7-1E38-F373-9EEB91862D04}"/>
              </a:ext>
            </a:extLst>
          </p:cNvPr>
          <p:cNvSpPr/>
          <p:nvPr/>
        </p:nvSpPr>
        <p:spPr>
          <a:xfrm>
            <a:off x="268508" y="3632548"/>
            <a:ext cx="102627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CONSULTORA INMOBILIARIA</a:t>
            </a:r>
            <a:endParaRPr lang="es-ES" sz="5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21917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135</TotalTime>
  <Words>3</Words>
  <Application>Microsoft Office PowerPoint</Application>
  <PresentationFormat>Personalizado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Baskerville Old Face</vt:lpstr>
      <vt:lpstr>Calibri</vt:lpstr>
      <vt:lpstr>Calibri Light</vt:lpstr>
      <vt:lpstr>Segoe UI Black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</cp:revision>
  <dcterms:created xsi:type="dcterms:W3CDTF">2026-07-08T23:35:07Z</dcterms:created>
  <dcterms:modified xsi:type="dcterms:W3CDTF">2026-07-09T02:35:45Z</dcterms:modified>
</cp:coreProperties>
</file>