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0799763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7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49971" y="765909"/>
            <a:ext cx="8099822" cy="1629316"/>
          </a:xfrm>
        </p:spPr>
        <p:txBody>
          <a:bodyPr anchor="b"/>
          <a:lstStyle>
            <a:lvl1pPr algn="ctr">
              <a:defRPr sz="409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2458058"/>
            <a:ext cx="8099822" cy="1129904"/>
          </a:xfrm>
        </p:spPr>
        <p:txBody>
          <a:bodyPr/>
          <a:lstStyle>
            <a:lvl1pPr marL="0" indent="0" algn="ctr">
              <a:buNone/>
              <a:defRPr sz="1638"/>
            </a:lvl1pPr>
            <a:lvl2pPr marL="311993" indent="0" algn="ctr">
              <a:buNone/>
              <a:defRPr sz="1365"/>
            </a:lvl2pPr>
            <a:lvl3pPr marL="623987" indent="0" algn="ctr">
              <a:buNone/>
              <a:defRPr sz="1228"/>
            </a:lvl3pPr>
            <a:lvl4pPr marL="935980" indent="0" algn="ctr">
              <a:buNone/>
              <a:defRPr sz="1092"/>
            </a:lvl4pPr>
            <a:lvl5pPr marL="1247973" indent="0" algn="ctr">
              <a:buNone/>
              <a:defRPr sz="1092"/>
            </a:lvl5pPr>
            <a:lvl6pPr marL="1559966" indent="0" algn="ctr">
              <a:buNone/>
              <a:defRPr sz="1092"/>
            </a:lvl6pPr>
            <a:lvl7pPr marL="1871960" indent="0" algn="ctr">
              <a:buNone/>
              <a:defRPr sz="1092"/>
            </a:lvl7pPr>
            <a:lvl8pPr marL="2183953" indent="0" algn="ctr">
              <a:buNone/>
              <a:defRPr sz="1092"/>
            </a:lvl8pPr>
            <a:lvl9pPr marL="2495946" indent="0" algn="ctr">
              <a:buNone/>
              <a:defRPr sz="1092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58267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6825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1166738"/>
            <a:ext cx="9314796" cy="1946729"/>
          </a:xfrm>
        </p:spPr>
        <p:txBody>
          <a:bodyPr anchor="b"/>
          <a:lstStyle>
            <a:lvl1pPr>
              <a:defRPr sz="409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3131884"/>
            <a:ext cx="9314796" cy="1023739"/>
          </a:xfrm>
        </p:spPr>
        <p:txBody>
          <a:bodyPr/>
          <a:lstStyle>
            <a:lvl1pPr marL="0" indent="0">
              <a:buNone/>
              <a:defRPr sz="1638">
                <a:solidFill>
                  <a:schemeClr val="tx1">
                    <a:tint val="75000"/>
                  </a:schemeClr>
                </a:solidFill>
              </a:defRPr>
            </a:lvl1pPr>
            <a:lvl2pPr marL="311993" indent="0">
              <a:buNone/>
              <a:defRPr sz="1365">
                <a:solidFill>
                  <a:schemeClr val="tx1">
                    <a:tint val="75000"/>
                  </a:schemeClr>
                </a:solidFill>
              </a:defRPr>
            </a:lvl2pPr>
            <a:lvl3pPr marL="623987" indent="0">
              <a:buNone/>
              <a:defRPr sz="1228">
                <a:solidFill>
                  <a:schemeClr val="tx1">
                    <a:tint val="75000"/>
                  </a:schemeClr>
                </a:solidFill>
              </a:defRPr>
            </a:lvl3pPr>
            <a:lvl4pPr marL="93598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4pPr>
            <a:lvl5pPr marL="124797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5pPr>
            <a:lvl6pPr marL="155996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6pPr>
            <a:lvl7pPr marL="187196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7pPr>
            <a:lvl8pPr marL="218395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8pPr>
            <a:lvl9pPr marL="249594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2827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1245820"/>
            <a:ext cx="4589899" cy="296938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1245820"/>
            <a:ext cx="4589899" cy="296938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6756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249164"/>
            <a:ext cx="9314796" cy="90457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1" y="1147238"/>
            <a:ext cx="4568806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1" y="1709482"/>
            <a:ext cx="4568806" cy="251439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0" y="1147238"/>
            <a:ext cx="4591306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0" y="1709482"/>
            <a:ext cx="4591306" cy="251439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00486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9263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88060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11997"/>
            <a:ext cx="3483204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673826"/>
            <a:ext cx="5467380" cy="3325798"/>
          </a:xfrm>
        </p:spPr>
        <p:txBody>
          <a:bodyPr/>
          <a:lstStyle>
            <a:lvl1pPr>
              <a:defRPr sz="2184"/>
            </a:lvl1pPr>
            <a:lvl2pPr>
              <a:defRPr sz="1911"/>
            </a:lvl2pPr>
            <a:lvl3pPr>
              <a:defRPr sz="1638"/>
            </a:lvl3pPr>
            <a:lvl4pPr>
              <a:defRPr sz="1365"/>
            </a:lvl4pPr>
            <a:lvl5pPr>
              <a:defRPr sz="1365"/>
            </a:lvl5pPr>
            <a:lvl6pPr>
              <a:defRPr sz="1365"/>
            </a:lvl6pPr>
            <a:lvl7pPr>
              <a:defRPr sz="1365"/>
            </a:lvl7pPr>
            <a:lvl8pPr>
              <a:defRPr sz="1365"/>
            </a:lvl8pPr>
            <a:lvl9pPr>
              <a:defRPr sz="1365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403985"/>
            <a:ext cx="3483204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38796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11997"/>
            <a:ext cx="3483204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673826"/>
            <a:ext cx="5467380" cy="3325798"/>
          </a:xfrm>
        </p:spPr>
        <p:txBody>
          <a:bodyPr anchor="t"/>
          <a:lstStyle>
            <a:lvl1pPr marL="0" indent="0">
              <a:buNone/>
              <a:defRPr sz="2184"/>
            </a:lvl1pPr>
            <a:lvl2pPr marL="311993" indent="0">
              <a:buNone/>
              <a:defRPr sz="1911"/>
            </a:lvl2pPr>
            <a:lvl3pPr marL="623987" indent="0">
              <a:buNone/>
              <a:defRPr sz="1638"/>
            </a:lvl3pPr>
            <a:lvl4pPr marL="935980" indent="0">
              <a:buNone/>
              <a:defRPr sz="1365"/>
            </a:lvl4pPr>
            <a:lvl5pPr marL="1247973" indent="0">
              <a:buNone/>
              <a:defRPr sz="1365"/>
            </a:lvl5pPr>
            <a:lvl6pPr marL="1559966" indent="0">
              <a:buNone/>
              <a:defRPr sz="1365"/>
            </a:lvl6pPr>
            <a:lvl7pPr marL="1871960" indent="0">
              <a:buNone/>
              <a:defRPr sz="1365"/>
            </a:lvl7pPr>
            <a:lvl8pPr marL="2183953" indent="0">
              <a:buNone/>
              <a:defRPr sz="1365"/>
            </a:lvl8pPr>
            <a:lvl9pPr marL="2495946" indent="0">
              <a:buNone/>
              <a:defRPr sz="1365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403985"/>
            <a:ext cx="3483204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85684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1827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0" y="249164"/>
            <a:ext cx="2328699" cy="396604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249164"/>
            <a:ext cx="6851100" cy="396604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19328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249164"/>
            <a:ext cx="9314796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1245820"/>
            <a:ext cx="9314796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4337621"/>
            <a:ext cx="2429947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6677F3-1F9B-46FD-BBE5-D06ED2754F5B}" type="datetimeFigureOut">
              <a:rPr lang="es-ES" smtClean="0"/>
              <a:t>10/07/2026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4337621"/>
            <a:ext cx="364492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4337621"/>
            <a:ext cx="2429947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E510D1-9815-4E1C-BFBD-58277D4351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8619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23987" rtl="0" eaLnBrk="1" latinLnBrk="0" hangingPunct="1">
        <a:lnSpc>
          <a:spcPct val="90000"/>
        </a:lnSpc>
        <a:spcBef>
          <a:spcPct val="0"/>
        </a:spcBef>
        <a:buNone/>
        <a:defRPr sz="30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997" indent="-155997" algn="l" defTabSz="623987" rtl="0" eaLnBrk="1" latinLnBrk="0" hangingPunct="1">
        <a:lnSpc>
          <a:spcPct val="90000"/>
        </a:lnSpc>
        <a:spcBef>
          <a:spcPts val="682"/>
        </a:spcBef>
        <a:buFont typeface="Arial" panose="020B0604020202020204" pitchFamily="34" charset="0"/>
        <a:buChar char="•"/>
        <a:defRPr sz="1911" kern="1200">
          <a:solidFill>
            <a:schemeClr val="tx1"/>
          </a:solidFill>
          <a:latin typeface="+mn-lt"/>
          <a:ea typeface="+mn-ea"/>
          <a:cs typeface="+mn-cs"/>
        </a:defRPr>
      </a:lvl1pPr>
      <a:lvl2pPr marL="46799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638" kern="1200">
          <a:solidFill>
            <a:schemeClr val="tx1"/>
          </a:solidFill>
          <a:latin typeface="+mn-lt"/>
          <a:ea typeface="+mn-ea"/>
          <a:cs typeface="+mn-cs"/>
        </a:defRPr>
      </a:lvl2pPr>
      <a:lvl3pPr marL="77998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365" kern="1200">
          <a:solidFill>
            <a:schemeClr val="tx1"/>
          </a:solidFill>
          <a:latin typeface="+mn-lt"/>
          <a:ea typeface="+mn-ea"/>
          <a:cs typeface="+mn-cs"/>
        </a:defRPr>
      </a:lvl3pPr>
      <a:lvl4pPr marL="109197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40397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71596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202795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33995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65194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1pPr>
      <a:lvl2pPr marL="31199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623987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3pPr>
      <a:lvl4pPr marL="93598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24797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55996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187196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18395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49594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o 2">
            <a:extLst>
              <a:ext uri="{FF2B5EF4-FFF2-40B4-BE49-F238E27FC236}">
                <a16:creationId xmlns:a16="http://schemas.microsoft.com/office/drawing/2014/main" id="{E8972A2E-25BF-33E4-09B4-0FDC773D0B9D}"/>
              </a:ext>
            </a:extLst>
          </p:cNvPr>
          <p:cNvGrpSpPr/>
          <p:nvPr/>
        </p:nvGrpSpPr>
        <p:grpSpPr>
          <a:xfrm>
            <a:off x="651165" y="447655"/>
            <a:ext cx="9825656" cy="3261892"/>
            <a:chOff x="651165" y="447655"/>
            <a:chExt cx="9825656" cy="3261892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6B199BF0-1997-8CF5-A052-A4B48BA0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012" t="2236" r="16290" b="25694"/>
            <a:stretch>
              <a:fillRect/>
            </a:stretch>
          </p:blipFill>
          <p:spPr>
            <a:xfrm>
              <a:off x="651165" y="604913"/>
              <a:ext cx="3093929" cy="3104634"/>
            </a:xfrm>
            <a:prstGeom prst="rect">
              <a:avLst/>
            </a:prstGeom>
          </p:spPr>
        </p:pic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8D36DB07-FBAB-3F80-7607-CF3563FACB7F}"/>
                </a:ext>
              </a:extLst>
            </p:cNvPr>
            <p:cNvSpPr/>
            <p:nvPr/>
          </p:nvSpPr>
          <p:spPr>
            <a:xfrm>
              <a:off x="3890495" y="447655"/>
              <a:ext cx="6516000" cy="2554545"/>
            </a:xfrm>
            <a:prstGeom prst="rect">
              <a:avLst/>
            </a:prstGeom>
            <a:noFill/>
            <a:effectLst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s-ES" sz="16000" b="1" dirty="0">
                  <a:ln w="0">
                    <a:noFill/>
                  </a:ln>
                  <a:solidFill>
                    <a:schemeClr val="bg1">
                      <a:lumMod val="75000"/>
                    </a:schemeClr>
                  </a:solidFill>
                  <a:latin typeface="Baskerville Old Face" panose="02020602080505020303" pitchFamily="18" charset="0"/>
                  <a:ea typeface="Segoe UI Black" panose="020B0A02040204020203" pitchFamily="34" charset="0"/>
                </a:rPr>
                <a:t>PAJOR</a:t>
              </a:r>
            </a:p>
          </p:txBody>
        </p: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E7A3F428-E04B-286B-0F48-6670A71B8E0E}"/>
                </a:ext>
              </a:extLst>
            </p:cNvPr>
            <p:cNvCxnSpPr>
              <a:cxnSpLocks/>
            </p:cNvCxnSpPr>
            <p:nvPr/>
          </p:nvCxnSpPr>
          <p:spPr>
            <a:xfrm>
              <a:off x="3890495" y="2925795"/>
              <a:ext cx="6516000" cy="0"/>
            </a:xfrm>
            <a:prstGeom prst="line">
              <a:avLst/>
            </a:prstGeom>
            <a:ln w="889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3B714DD-B6A7-1E38-F373-9EEB91862D04}"/>
                </a:ext>
              </a:extLst>
            </p:cNvPr>
            <p:cNvSpPr/>
            <p:nvPr/>
          </p:nvSpPr>
          <p:spPr>
            <a:xfrm>
              <a:off x="3820167" y="3078605"/>
              <a:ext cx="6656654" cy="63094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s-ES" sz="3500" dirty="0">
                  <a:ln w="0"/>
                  <a:solidFill>
                    <a:schemeClr val="bg1">
                      <a:lumMod val="75000"/>
                    </a:schemeClr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CONSULTORA INMOBILIARIA</a:t>
              </a:r>
              <a:endParaRPr lang="es-ES" sz="3500" dirty="0">
                <a:ln w="0"/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2" name="Elipse 1">
              <a:extLst>
                <a:ext uri="{FF2B5EF4-FFF2-40B4-BE49-F238E27FC236}">
                  <a16:creationId xmlns:a16="http://schemas.microsoft.com/office/drawing/2014/main" id="{5426C6EF-2D27-6F7D-7E8C-F2AA35DA4711}"/>
                </a:ext>
              </a:extLst>
            </p:cNvPr>
            <p:cNvSpPr/>
            <p:nvPr/>
          </p:nvSpPr>
          <p:spPr>
            <a:xfrm>
              <a:off x="722129" y="681230"/>
              <a:ext cx="2952000" cy="2952000"/>
            </a:xfrm>
            <a:prstGeom prst="ellipse">
              <a:avLst/>
            </a:prstGeom>
            <a:noFill/>
            <a:ln w="889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</p:spTree>
    <p:extLst>
      <p:ext uri="{BB962C8B-B14F-4D97-AF65-F5344CB8AC3E}">
        <p14:creationId xmlns:p14="http://schemas.microsoft.com/office/powerpoint/2010/main" val="10921917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145</TotalTime>
  <Words>3</Words>
  <Application>Microsoft Office PowerPoint</Application>
  <PresentationFormat>Personalizado</PresentationFormat>
  <Paragraphs>2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Baskerville Old Face</vt:lpstr>
      <vt:lpstr>Calibri</vt:lpstr>
      <vt:lpstr>Calibri Light</vt:lpstr>
      <vt:lpstr>Segoe UI Black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3</cp:revision>
  <dcterms:created xsi:type="dcterms:W3CDTF">2026-07-08T23:35:07Z</dcterms:created>
  <dcterms:modified xsi:type="dcterms:W3CDTF">2026-07-10T21:44:05Z</dcterms:modified>
</cp:coreProperties>
</file>